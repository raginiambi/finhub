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5" r:id="rId20"/>
    <p:sldId id="286" r:id="rId21"/>
    <p:sldId id="287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D8BFB-91CF-431D-8DDD-4211BEC20787}" type="datetimeFigureOut">
              <a:rPr lang="en-IN" smtClean="0"/>
              <a:pPr/>
              <a:t>13-12-2020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89726-3288-454B-8714-FF23E6D3E42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989726-3288-454B-8714-FF23E6D3E42D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Coding Decoding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748135"/>
            <a:ext cx="6139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A    B    C    D    E    F    G    H    I    J      K     L    M     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1535"/>
            <a:ext cx="6218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Z    Y    X    W    V    U    T    S    R    Q    P    O    N     </a:t>
            </a:r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971800" y="0"/>
            <a:ext cx="2285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Positional Values</a:t>
            </a:r>
            <a:endParaRPr lang="en-IN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443335"/>
            <a:ext cx="6205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>
                <a:solidFill>
                  <a:srgbClr val="FF0000"/>
                </a:solidFill>
              </a:rPr>
              <a:t>1    2    3    4     5    6    7    8    9   10  11   12   13     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3855" y="2662535"/>
            <a:ext cx="6295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>
                <a:solidFill>
                  <a:srgbClr val="FF0000"/>
                </a:solidFill>
              </a:rPr>
              <a:t>26  25  24  23   22  21  20  19 18  17   16  15   14    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96247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8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5" name="TextBox 4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086600" cy="1761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68507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391400" cy="2324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895171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59069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39942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054502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760614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239000" cy="1439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/>
        </p:nvGrpSpPr>
        <p:grpSpPr>
          <a:xfrm>
            <a:off x="0" y="4800600"/>
            <a:ext cx="6295313" cy="1680865"/>
            <a:chOff x="0" y="4800600"/>
            <a:chExt cx="6295313" cy="1680865"/>
          </a:xfrm>
        </p:grpSpPr>
        <p:sp>
          <p:nvSpPr>
            <p:cNvPr id="6" name="TextBox 5"/>
            <p:cNvSpPr txBox="1"/>
            <p:nvPr/>
          </p:nvSpPr>
          <p:spPr>
            <a:xfrm>
              <a:off x="33345" y="5105400"/>
              <a:ext cx="61398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A    B    C    D    E    F    G    H    I    J      K     L    M     </a:t>
              </a:r>
              <a:endParaRPr lang="en-IN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345" y="5638800"/>
              <a:ext cx="6218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/>
                <a:t>Z    Y    X    W    V    U    T    S    R    Q    P    O    N     </a:t>
              </a:r>
              <a:endParaRPr lang="en-IN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345" y="4800600"/>
              <a:ext cx="62055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1    2    3    4     5    6    7    8    9   10  11   12   13 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019800"/>
              <a:ext cx="62953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 smtClean="0">
                  <a:solidFill>
                    <a:srgbClr val="FF0000"/>
                  </a:solidFill>
                </a:rPr>
                <a:t>26  25  24  23   22  21  20  19 18  17   16  15   14    </a:t>
              </a:r>
              <a:endParaRPr lang="en-IN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06752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5334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0" y="990600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absorb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876078" y="1383268"/>
            <a:ext cx="96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quantity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1676400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through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2057400"/>
            <a:ext cx="129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observation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715000" y="243840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magnitude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2819400"/>
            <a:ext cx="6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level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328826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machine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36692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756545" y="4050268"/>
            <a:ext cx="11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compares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791200" y="44312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space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791200" y="4812268"/>
            <a:ext cx="82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station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791200" y="51932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launch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389076" y="1371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826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467600" y="2057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578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467600" y="243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296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467600" y="3200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447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467600" y="2895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379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239000" y="990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241/942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239000" y="16880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942/241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239000" y="37338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791/834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9000" y="40502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834/791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10400" y="4419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010400" y="4800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010400" y="5181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611792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5334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0" y="990600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absorb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876078" y="1383268"/>
            <a:ext cx="96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quantity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1676400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through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2057400"/>
            <a:ext cx="129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observation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715000" y="243840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magnitude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2819400"/>
            <a:ext cx="6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level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328826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machine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36692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756545" y="4050268"/>
            <a:ext cx="11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compares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791200" y="44312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space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791200" y="4812268"/>
            <a:ext cx="82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station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791200" y="51932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launch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389076" y="1371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826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467600" y="2057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578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467600" y="243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296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467600" y="3200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447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467600" y="2895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379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239000" y="990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241/942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239000" y="16880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942/241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239000" y="37338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791/834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9000" y="40502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834/791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10400" y="4419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010400" y="4800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010400" y="5181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181600" cy="2038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0" y="5334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91200" y="990600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absorb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5876078" y="1383268"/>
            <a:ext cx="96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quantity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5867400" y="1676400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through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5715000" y="2057400"/>
            <a:ext cx="129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observation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5715000" y="243840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magnitude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5715000" y="2819400"/>
            <a:ext cx="6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level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5791200" y="328826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machine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5791200" y="36692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756545" y="4050268"/>
            <a:ext cx="11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compares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5791200" y="44312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space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5791200" y="4812268"/>
            <a:ext cx="82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station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5791200" y="51932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launch</a:t>
            </a:r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7389076" y="1371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826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7467600" y="2057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578</a:t>
            </a:r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7467600" y="243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296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7467600" y="3200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447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7467600" y="2895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379</a:t>
            </a:r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7239000" y="990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241/942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7239000" y="16880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942/241</a:t>
            </a:r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7239000" y="37338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791/834</a:t>
            </a:r>
            <a:endParaRPr lang="en-IN" dirty="0"/>
          </a:p>
        </p:txBody>
      </p:sp>
      <p:sp>
        <p:nvSpPr>
          <p:cNvPr id="47" name="TextBox 46"/>
          <p:cNvSpPr txBox="1"/>
          <p:nvPr/>
        </p:nvSpPr>
        <p:spPr>
          <a:xfrm>
            <a:off x="7239000" y="40502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834/791</a:t>
            </a:r>
            <a:endParaRPr lang="en-IN" dirty="0"/>
          </a:p>
        </p:txBody>
      </p:sp>
      <p:sp>
        <p:nvSpPr>
          <p:cNvPr id="48" name="TextBox 47"/>
          <p:cNvSpPr txBox="1"/>
          <p:nvPr/>
        </p:nvSpPr>
        <p:spPr>
          <a:xfrm>
            <a:off x="7010400" y="4419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49" name="TextBox 48"/>
          <p:cNvSpPr txBox="1"/>
          <p:nvPr/>
        </p:nvSpPr>
        <p:spPr>
          <a:xfrm>
            <a:off x="7010400" y="4800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7010400" y="5181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97257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5334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0" y="990600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absorb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876078" y="1383268"/>
            <a:ext cx="96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quantity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1676400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through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2057400"/>
            <a:ext cx="129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observation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715000" y="243840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magnitude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2819400"/>
            <a:ext cx="6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level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328826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machine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36692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756545" y="4050268"/>
            <a:ext cx="11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compares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791200" y="44312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space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791200" y="4812268"/>
            <a:ext cx="82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station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791200" y="51932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launch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389076" y="1371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826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467600" y="2057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578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467600" y="243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296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467600" y="3200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447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467600" y="2895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379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239000" y="990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241/942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239000" y="16880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942/241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239000" y="37338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791/834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9000" y="40502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834/791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10400" y="4419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010400" y="4800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010400" y="5181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835894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5334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0" y="990600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absorb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876078" y="1383268"/>
            <a:ext cx="96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quantity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1676400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through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2057400"/>
            <a:ext cx="129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observation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715000" y="243840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magnitude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2819400"/>
            <a:ext cx="6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level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328826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machine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36692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756545" y="4050268"/>
            <a:ext cx="11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compares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791200" y="44312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space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791200" y="4812268"/>
            <a:ext cx="82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station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791200" y="51932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launch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389076" y="1371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826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467600" y="2057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578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467600" y="243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296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467600" y="3200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447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467600" y="2895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379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239000" y="990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241/942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239000" y="16880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942/241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239000" y="37338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791/834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9000" y="40502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834/791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10400" y="4419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010400" y="4800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010400" y="5181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519386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5334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0" y="990600"/>
            <a:ext cx="82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absorb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876078" y="1383268"/>
            <a:ext cx="969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quantity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1676400"/>
            <a:ext cx="934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through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15000" y="2057400"/>
            <a:ext cx="129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observation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715000" y="243840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magnitude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2819400"/>
            <a:ext cx="6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level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791200" y="328826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machine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5791200" y="366926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quality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756545" y="4050268"/>
            <a:ext cx="110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compares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791200" y="4431268"/>
            <a:ext cx="7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space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791200" y="4812268"/>
            <a:ext cx="82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station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5791200" y="5193268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launch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389076" y="1371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826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467600" y="2057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578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467600" y="2438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296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467600" y="32004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447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467600" y="2895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379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239000" y="9906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241/942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239000" y="16880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942/241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239000" y="37338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791/834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239000" y="40502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834/791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010400" y="4419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010400" y="4800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010400" y="518160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189/742/983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791200" cy="410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91200" y="2286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0" y="685800"/>
            <a:ext cx="53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k</a:t>
            </a:r>
            <a:r>
              <a:rPr lang="en-IN" dirty="0" smtClean="0"/>
              <a:t>ite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180878" y="1078468"/>
            <a:ext cx="6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night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172200" y="1371600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right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019800" y="1752600"/>
            <a:ext cx="72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might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2133600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weight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019800" y="2514600"/>
            <a:ext cx="63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sight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0" y="2983468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eight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096000" y="33644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moon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061345" y="3745468"/>
            <a:ext cx="613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boat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096000" y="4126468"/>
            <a:ext cx="59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light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0" y="4507468"/>
            <a:ext cx="66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plant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096000" y="488846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not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7620000" y="9906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sap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620000" y="1764268"/>
            <a:ext cx="51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cap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7620000" y="2145268"/>
            <a:ext cx="5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w</a:t>
            </a:r>
            <a:r>
              <a:rPr lang="en-IN" dirty="0" err="1" smtClean="0"/>
              <a:t>ap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7620000" y="2526268"/>
            <a:ext cx="517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yap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7620000" y="2907268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zap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7646530" y="609600"/>
            <a:ext cx="997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</a:t>
            </a:r>
            <a:r>
              <a:rPr lang="en-IN" dirty="0" smtClean="0"/>
              <a:t>ap/map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7620000" y="1383268"/>
            <a:ext cx="997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</a:t>
            </a:r>
            <a:r>
              <a:rPr lang="en-IN" dirty="0" smtClean="0"/>
              <a:t>ap/map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7467600" y="4495800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r>
              <a:rPr lang="en-IN" dirty="0" smtClean="0"/>
              <a:t>ap/lap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7467600" y="488846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r>
              <a:rPr lang="en-IN" dirty="0" smtClean="0"/>
              <a:t>ap/lap</a:t>
            </a:r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7315200" y="3352800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7315200" y="3745468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7315200" y="4126468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617796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91200" y="2286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0" y="685800"/>
            <a:ext cx="53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k</a:t>
            </a:r>
            <a:r>
              <a:rPr lang="en-IN" dirty="0" smtClean="0"/>
              <a:t>ite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180878" y="1078468"/>
            <a:ext cx="6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night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172200" y="1371600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right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019800" y="1752600"/>
            <a:ext cx="72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might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2133600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weight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019800" y="2514600"/>
            <a:ext cx="63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sight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0" y="2983468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eight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096000" y="33644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moon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061345" y="3745468"/>
            <a:ext cx="613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boat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096000" y="4126468"/>
            <a:ext cx="59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light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0" y="4507468"/>
            <a:ext cx="66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plant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096000" y="488846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not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620000" y="9906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sap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620000" y="1764268"/>
            <a:ext cx="51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cap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620000" y="2145268"/>
            <a:ext cx="5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w</a:t>
            </a:r>
            <a:r>
              <a:rPr lang="en-IN" dirty="0" err="1" smtClean="0"/>
              <a:t>ap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620000" y="2526268"/>
            <a:ext cx="517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yap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620000" y="2907268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zap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646530" y="609600"/>
            <a:ext cx="997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</a:t>
            </a:r>
            <a:r>
              <a:rPr lang="en-IN" dirty="0" smtClean="0"/>
              <a:t>ap/map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620000" y="1383268"/>
            <a:ext cx="997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</a:t>
            </a:r>
            <a:r>
              <a:rPr lang="en-IN" dirty="0" smtClean="0"/>
              <a:t>ap/map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467600" y="4495800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r>
              <a:rPr lang="en-IN" dirty="0" smtClean="0"/>
              <a:t>ap/lap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467600" y="488846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r>
              <a:rPr lang="en-IN" dirty="0" smtClean="0"/>
              <a:t>ap/lap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315200" y="3352800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315200" y="3745468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315200" y="4126468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"/>
            <a:ext cx="5949462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91200" y="228600"/>
          <a:ext cx="2971800" cy="507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0" y="685800"/>
            <a:ext cx="53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k</a:t>
            </a:r>
            <a:r>
              <a:rPr lang="en-IN" dirty="0" smtClean="0"/>
              <a:t>ite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180878" y="1078468"/>
            <a:ext cx="6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night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172200" y="1371600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right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019800" y="1752600"/>
            <a:ext cx="727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might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2133600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weight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019800" y="2514600"/>
            <a:ext cx="632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sight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0" y="2983468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eight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096000" y="33644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moon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061345" y="3745468"/>
            <a:ext cx="613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boat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096000" y="4126468"/>
            <a:ext cx="59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light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0" y="4507468"/>
            <a:ext cx="66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plant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096000" y="488846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not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620000" y="9906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sap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620000" y="1764268"/>
            <a:ext cx="51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cap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620000" y="2145268"/>
            <a:ext cx="5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 smtClean="0"/>
              <a:t>w</a:t>
            </a:r>
            <a:r>
              <a:rPr lang="en-IN" dirty="0" err="1" smtClean="0"/>
              <a:t>ap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7620000" y="2526268"/>
            <a:ext cx="517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yap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7620000" y="2907268"/>
            <a:ext cx="50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zap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646530" y="609600"/>
            <a:ext cx="997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</a:t>
            </a:r>
            <a:r>
              <a:rPr lang="en-IN" dirty="0" smtClean="0"/>
              <a:t>ap/map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620000" y="1383268"/>
            <a:ext cx="997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</a:t>
            </a:r>
            <a:r>
              <a:rPr lang="en-IN" dirty="0" smtClean="0"/>
              <a:t>ap/map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467600" y="4495800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r>
              <a:rPr lang="en-IN" dirty="0" smtClean="0"/>
              <a:t>ap/lap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467600" y="488846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</a:t>
            </a:r>
            <a:r>
              <a:rPr lang="en-IN" dirty="0" smtClean="0"/>
              <a:t>ap/lap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315200" y="3352800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315200" y="3745468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315200" y="4126468"/>
            <a:ext cx="139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</a:t>
            </a:r>
            <a:r>
              <a:rPr lang="en-IN" dirty="0" smtClean="0"/>
              <a:t>up/</a:t>
            </a:r>
            <a:r>
              <a:rPr lang="en-IN" dirty="0" err="1" smtClean="0"/>
              <a:t>xap</a:t>
            </a:r>
            <a:r>
              <a:rPr lang="en-IN" dirty="0" smtClean="0"/>
              <a:t>/nap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6400800" cy="2370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3200" y="381000"/>
          <a:ext cx="2590800" cy="5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1430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13625" y="838200"/>
            <a:ext cx="60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they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713856" y="12308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just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61186" y="1524000"/>
            <a:ext cx="88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studied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636013" y="1905000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carefully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633717" y="228600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people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689285" y="2667000"/>
            <a:ext cx="70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come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696120" y="31358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back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709175" y="3516868"/>
            <a:ext cx="52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you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674974" y="3897868"/>
            <a:ext cx="48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are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663945" y="4278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701889" y="4659868"/>
            <a:ext cx="99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students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6762586" y="5029200"/>
            <a:ext cx="85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ground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838786" y="542186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home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8237856" y="11430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N86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8271416" y="153566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P15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8301873" y="237386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Q17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8265004" y="3886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S14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8153400" y="8382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8153400" y="19050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8153400" y="2754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8077200" y="3135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8061652" y="3516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8077200" y="4278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7848600" y="4736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7848600" y="5117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7848600" y="54218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791200" cy="349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3200" y="381000"/>
          <a:ext cx="2590800" cy="5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1430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13625" y="838200"/>
            <a:ext cx="60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they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713856" y="12308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just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61186" y="1524000"/>
            <a:ext cx="88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studied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636013" y="1905000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carefully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633717" y="228600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people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689285" y="2667000"/>
            <a:ext cx="70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come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696120" y="31358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back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709175" y="3516868"/>
            <a:ext cx="52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you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674974" y="3897868"/>
            <a:ext cx="48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are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663945" y="4278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701889" y="4659868"/>
            <a:ext cx="99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students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762586" y="5029200"/>
            <a:ext cx="85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ground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838786" y="542186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home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8237856" y="11430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N86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271416" y="153566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P15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301873" y="237386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Q17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8265004" y="3886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S14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8153400" y="8382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8153400" y="19050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8153400" y="2754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8077200" y="3135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8061652" y="3516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8077200" y="4278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848600" y="4736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7848600" y="5117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848600" y="54218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6324600" cy="2290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3200" y="381000"/>
          <a:ext cx="2590800" cy="5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1430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13625" y="838200"/>
            <a:ext cx="60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they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713856" y="12308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just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61186" y="1524000"/>
            <a:ext cx="88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studied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636013" y="1905000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carefully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633717" y="228600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people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689285" y="2667000"/>
            <a:ext cx="70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come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696120" y="31358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back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709175" y="3516868"/>
            <a:ext cx="52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you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674974" y="3897868"/>
            <a:ext cx="48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are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663945" y="4278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701889" y="4659868"/>
            <a:ext cx="99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students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762586" y="5029200"/>
            <a:ext cx="85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ground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838786" y="542186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home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8237856" y="11430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N86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271416" y="153566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P15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301873" y="237386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Q17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8265004" y="3886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S14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8153400" y="8382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8153400" y="19050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8153400" y="2754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8077200" y="3135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8061652" y="3516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8077200" y="4278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848600" y="4736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7848600" y="5117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848600" y="54218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54304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3200" y="381000"/>
          <a:ext cx="2590800" cy="5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1430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13625" y="838200"/>
            <a:ext cx="60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they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713856" y="12308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just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61186" y="1524000"/>
            <a:ext cx="88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studied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636013" y="1905000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carefully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633717" y="228600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people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689285" y="2667000"/>
            <a:ext cx="70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come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696120" y="31358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back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709175" y="3516868"/>
            <a:ext cx="52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you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674974" y="3897868"/>
            <a:ext cx="48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are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663945" y="4278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701889" y="4659868"/>
            <a:ext cx="99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students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762586" y="5029200"/>
            <a:ext cx="85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ground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838786" y="542186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home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8237856" y="11430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N86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271416" y="153566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P15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301873" y="237386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Q17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8265004" y="3886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S14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8153400" y="8382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8153400" y="19050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8153400" y="2754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8077200" y="3135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8061652" y="3516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8077200" y="4278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848600" y="4736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7848600" y="5117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848600" y="54218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715000" cy="230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24600" y="381000"/>
          <a:ext cx="2590800" cy="546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143000"/>
              </a:tblGrid>
              <a:tr h="390525">
                <a:tc>
                  <a:txBody>
                    <a:bodyPr/>
                    <a:lstStyle/>
                    <a:p>
                      <a:r>
                        <a:rPr lang="en-IN" dirty="0" smtClean="0"/>
                        <a:t>Words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Code</a:t>
                      </a:r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9052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85025" y="838200"/>
            <a:ext cx="60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they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485256" y="1230868"/>
            <a:ext cx="5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just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432586" y="1524000"/>
            <a:ext cx="88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studied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407413" y="1905000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carefully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405117" y="228600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people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460685" y="2667000"/>
            <a:ext cx="70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come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467520" y="31358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back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480575" y="3516868"/>
            <a:ext cx="52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you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446374" y="3897868"/>
            <a:ext cx="48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are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435345" y="4278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the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6473289" y="4659868"/>
            <a:ext cx="994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students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533986" y="5029200"/>
            <a:ext cx="85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ground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610186" y="5421868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home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8009256" y="1143000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N86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8042816" y="153566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P15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8073273" y="2373868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Q17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8036404" y="3886200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S14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7924800" y="8382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7924800" y="19050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T73/B67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7924800" y="2754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848600" y="313586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D36/M55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833052" y="3516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7848600" y="427886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B49/V68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7620000" y="4736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7620000" y="51170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7620000" y="5421868"/>
            <a:ext cx="140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C98/H65/J54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629400" cy="1870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81199"/>
            <a:ext cx="5334000" cy="1942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64803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399" y="1752600"/>
            <a:ext cx="4936067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828800"/>
            <a:ext cx="435515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6019800" cy="6724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477000" cy="4369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9223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667000"/>
            <a:ext cx="52546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9223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743200"/>
            <a:ext cx="5105400" cy="2771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951</Words>
  <Application>Microsoft Office PowerPoint</Application>
  <PresentationFormat>On-screen Show (4:3)</PresentationFormat>
  <Paragraphs>421</Paragraphs>
  <Slides>32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Coding Decoding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Decoding</dc:title>
  <dc:creator/>
  <cp:lastModifiedBy>hp1</cp:lastModifiedBy>
  <cp:revision>6</cp:revision>
  <dcterms:created xsi:type="dcterms:W3CDTF">2006-08-16T00:00:00Z</dcterms:created>
  <dcterms:modified xsi:type="dcterms:W3CDTF">2020-12-13T11:44:21Z</dcterms:modified>
</cp:coreProperties>
</file>